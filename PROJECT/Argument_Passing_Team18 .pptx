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6"/>
  </p:handoutMasterIdLst>
  <p:sldIdLst>
    <p:sldId id="258" r:id="rId4"/>
    <p:sldId id="377" r:id="rId6"/>
    <p:sldId id="391" r:id="rId7"/>
    <p:sldId id="392" r:id="rId8"/>
    <p:sldId id="398" r:id="rId9"/>
    <p:sldId id="393" r:id="rId10"/>
    <p:sldId id="394" r:id="rId11"/>
    <p:sldId id="395" r:id="rId12"/>
    <p:sldId id="397" r:id="rId13"/>
    <p:sldId id="374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 showGuides="1">
      <p:cViewPr>
        <p:scale>
          <a:sx n="58" d="100"/>
          <a:sy n="58" d="100"/>
        </p:scale>
        <p:origin x="476" y="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microsoft.com/office/2018/10/relationships/authors" Target="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274" y="340555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800" b="1" dirty="0"/>
              <a:t>Argument Passing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Operating Systems and Systems Programming (25CS2104E)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Section 4 – Team 18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Under the Esteemed Guidance of</a:t>
            </a:r>
            <a:endParaRPr lang="en-US" sz="1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Ms. Soumya Enukonda</a:t>
            </a:r>
            <a:endParaRPr lang="en-US" sz="20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ARGUMENT PASSING       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SHAIK JUNEETH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 ASHISH REDDY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 VENKATA MAHITH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TEAM NUMBER: 18  |  SECTION 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graphicFrame>
        <p:nvGraphicFramePr>
          <p:cNvPr id="7" name="Table 10"/>
          <p:cNvGraphicFramePr>
            <a:graphicFrameLocks noGrp="1"/>
          </p:cNvGraphicFramePr>
          <p:nvPr>
            <p:ph idx="1"/>
          </p:nvPr>
        </p:nvGraphicFramePr>
        <p:xfrm>
          <a:off x="1251334" y="1548396"/>
          <a:ext cx="10091450" cy="3422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029658"/>
                <a:gridCol w="5061792"/>
              </a:tblGrid>
              <a:tr h="618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 (Roll No.)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Responsibility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SHAIK JUNEETH (2520030435)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/>
                        <a:t>Design and implementation of the argument passing program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171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ASHISH REDDY (2520030415)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endParaRPr lang="en-US" dirty="0"/>
                    </a:p>
                    <a:p>
                      <a:pPr algn="ctr"/>
                      <a:r>
                        <a:rPr lang="en-US" dirty="0"/>
                        <a:t>Linux execution, testing, and GitHub management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 VENKATA MAHITH (2520030497)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        Documentation, output verification, and presentation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Passing is a Linux-based system programming project that demonstrates how values are passed from the command line to a C program. The project uses the argc and argv parameters of the main() function to receive and process user-supplied arguments.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how the operating system provides command-line arguments to a newly executed process and how the program accesses them. The solution is implemented in C and executed in a Linux environment, producing a working program that accepts, displays, and processes different arguments, demonstrating the relationship between process execution and command-line input.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often need input at the time of execution without requiring interactive user input. Passing this input directly when a program starts is a fundamental concept in Operating Systems and Systems Programming, connecting process execution, program startup, and user input.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explains how command-line arguments are supplied to a C program in a Linux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supplies arguments to a process at the time it is created.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main() function receives these arguments through the parameters argc and argv.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argc stores the number of arguments supplied on the command line.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argv is an array of strings holding each argument, including the program name.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is compiled with GCC and executed from the Linux terminal with different inputs.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 STATEMENT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often need input at the time of execution without requiring interactive input.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problem of passing values to a program through the Linux command line.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how command-line arguments are supplied when a process is started and accessed using argc and argv.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relevant to Operating Systems and Systems Programming because it connects process execution, program startup, and user input with C programming in a Linux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beginner C programs take input only after execution starts, using functions such as scanf() or fgets().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requires the user to interact with the program step-by-step while it is running.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needed by a program are often hard-coded directly into the source code.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change in the input value requires editing and recompiling the program.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standard way to supply multiple values to a program automatically at startup.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or scripting such programs becomes difficult without command-line input support.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PROPOSED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implemented in C on Linux/Ubuntu, using argc and argv to receive command-line arguments directly at program startup.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the proposed system 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passing command-line arguments to a C program in Linux.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argc and argv to receive and access arguments.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and execute the program using GCC from the Linux terminal.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number of arguments and display each one with its position.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WORK FLOW / STRUCTURE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20" name="Step1"/>
          <p:cNvSpPr/>
          <p:nvPr/>
        </p:nvSpPr>
        <p:spPr>
          <a:xfrm>
            <a:off x="2446000" y="140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command + arguments in the Linux terminal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rrow1"/>
          <p:cNvSpPr/>
          <p:nvPr/>
        </p:nvSpPr>
        <p:spPr>
          <a:xfrm>
            <a:off x="5896000" y="196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2"/>
          <p:cNvSpPr/>
          <p:nvPr/>
        </p:nvSpPr>
        <p:spPr>
          <a:xfrm>
            <a:off x="2446000" y="213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shell parses the command line, starts a new process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rrow2"/>
          <p:cNvSpPr/>
          <p:nvPr/>
        </p:nvSpPr>
        <p:spPr>
          <a:xfrm>
            <a:off x="5896000" y="269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3"/>
          <p:cNvSpPr/>
          <p:nvPr/>
        </p:nvSpPr>
        <p:spPr>
          <a:xfrm>
            <a:off x="2446000" y="286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passes the arguments to the new process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3"/>
          <p:cNvSpPr/>
          <p:nvPr/>
        </p:nvSpPr>
        <p:spPr>
          <a:xfrm>
            <a:off x="5896000" y="342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4"/>
          <p:cNvSpPr/>
          <p:nvPr/>
        </p:nvSpPr>
        <p:spPr>
          <a:xfrm>
            <a:off x="2446000" y="359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 receives arguments via argc (count) and argv (array)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row4"/>
          <p:cNvSpPr/>
          <p:nvPr/>
        </p:nvSpPr>
        <p:spPr>
          <a:xfrm>
            <a:off x="5896000" y="415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Step5"/>
          <p:cNvSpPr/>
          <p:nvPr/>
        </p:nvSpPr>
        <p:spPr>
          <a:xfrm>
            <a:off x="2446000" y="432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validates argc and loops through argv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Arrow5"/>
          <p:cNvSpPr/>
          <p:nvPr/>
        </p:nvSpPr>
        <p:spPr>
          <a:xfrm>
            <a:off x="5896000" y="488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6"/>
          <p:cNvSpPr/>
          <p:nvPr/>
        </p:nvSpPr>
        <p:spPr>
          <a:xfrm>
            <a:off x="2446000" y="505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argument is displayed on screen with its position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Arrow6"/>
          <p:cNvSpPr/>
          <p:nvPr/>
        </p:nvSpPr>
        <p:spPr>
          <a:xfrm>
            <a:off x="5896000" y="5610000"/>
            <a:ext cx="400000" cy="17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7"/>
          <p:cNvSpPr/>
          <p:nvPr/>
        </p:nvSpPr>
        <p:spPr>
          <a:xfrm>
            <a:off x="2446000" y="5780000"/>
            <a:ext cx="7300000" cy="5600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19050">
            <a:solidFill>
              <a:srgbClr val="0070C0"/>
            </a:solidFill>
          </a:ln>
        </p:spPr>
        <p:txBody>
          <a:bodyPr wrap="square" lIns="91440" tIns="9144" rIns="91440" bIns="9144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sz="14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Compiled with GCC; executable run from the terminal</a:t>
            </a:r>
            <a:endParaRPr lang="en-US" sz="1400" dirty="0">
              <a:solidFill>
                <a:srgbClr val="1F1F1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Operating System:</a:t>
            </a:r>
            <a:r>
              <a:rPr lang="en-US" dirty="0"/>
              <a:t> Linux / Ubuntu </a:t>
            </a:r>
            <a:endParaRPr lang="en-US" dirty="0"/>
          </a:p>
          <a:p>
            <a:pPr lvl="0"/>
            <a:r>
              <a:rPr lang="en-US" b="1" dirty="0"/>
              <a:t>Programming Language:</a:t>
            </a:r>
            <a:r>
              <a:rPr lang="en-US" dirty="0"/>
              <a:t> C / C++ </a:t>
            </a:r>
            <a:endParaRPr lang="en-US" dirty="0"/>
          </a:p>
          <a:p>
            <a:pPr lvl="0"/>
            <a:r>
              <a:rPr lang="en-US" b="1" dirty="0"/>
              <a:t>Compiler:</a:t>
            </a:r>
            <a:r>
              <a:rPr lang="en-US" dirty="0"/>
              <a:t> GCC </a:t>
            </a:r>
            <a:endParaRPr lang="en-US" dirty="0"/>
          </a:p>
          <a:p>
            <a:pPr lvl="0"/>
            <a:r>
              <a:rPr lang="en-US" b="1" dirty="0"/>
              <a:t>Execution Environment:</a:t>
            </a:r>
            <a:r>
              <a:rPr lang="en-US" dirty="0"/>
              <a:t> Linux Terminal (Bash Shell) </a:t>
            </a:r>
            <a:endParaRPr lang="en-US" dirty="0"/>
          </a:p>
          <a:p>
            <a:pPr lvl="0"/>
            <a:r>
              <a:rPr lang="en-US" b="1" dirty="0"/>
              <a:t>Development Tool:</a:t>
            </a:r>
            <a:r>
              <a:rPr lang="en-US" dirty="0"/>
              <a:t> VS Code </a:t>
            </a:r>
            <a:endParaRPr lang="en-US" dirty="0"/>
          </a:p>
          <a:p>
            <a:pPr lvl="0"/>
            <a:r>
              <a:rPr lang="en-US" b="1" dirty="0"/>
              <a:t>Build Command:</a:t>
            </a:r>
            <a:r>
              <a:rPr lang="en-US" dirty="0"/>
              <a:t> gcc -o program program.c </a:t>
            </a:r>
            <a:endParaRPr lang="en-US" dirty="0"/>
          </a:p>
          <a:p>
            <a:pPr lvl="0"/>
            <a:r>
              <a:rPr lang="en-US" b="1" dirty="0"/>
              <a:t>Version Control:</a:t>
            </a:r>
            <a:r>
              <a:rPr lang="en-US" dirty="0"/>
              <a:t> Git &amp; GitHub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9827" y="1299990"/>
            <a:ext cx="102567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  <a:endParaRPr lang="en-US" sz="2400" b="1" dirty="0"/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Passing is a Linux-based system programming project demonstrating how command-line values are passed to a C program using argc and argv. It shows how the operating system supplies input to a newly created process, and how main() accesses and displays that input, giving a clear practical understanding of process execution and command-line input handling</a:t>
            </a:r>
            <a:r>
              <a:rPr lang="en-US" sz="2400" dirty="0"/>
              <a:t>.</a:t>
            </a:r>
            <a:endParaRPr lang="en-US" sz="24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optional and flag-based arguments (e.g., -h, --help).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input validation and error handling.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 (Windows and macOS).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into larger command-line utilities and tools.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4986</Words>
  <Application>WPS Presentation</Application>
  <PresentationFormat>Widescreen</PresentationFormat>
  <Paragraphs>175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Custom Design</vt:lpstr>
      <vt:lpstr> 1st  REVIEW Argument Passing </vt:lpstr>
      <vt:lpstr>TEAM NUMBER: 18  |  SECTION 4</vt:lpstr>
      <vt:lpstr>ABSTRACT</vt:lpstr>
      <vt:lpstr>INTRODUCTION</vt:lpstr>
      <vt:lpstr>PROBLEM STATEMENT</vt:lpstr>
      <vt:lpstr>EXISTING SYSTEM</vt:lpstr>
      <vt:lpstr>PROPOSED SYSTEM</vt:lpstr>
      <vt:lpstr>WORK FLOW / STRUCTURE</vt:lpstr>
      <vt:lpstr>SOFTWARE REQUIREMENTS</vt:lpstr>
      <vt:lpstr>CONCLUSION AND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venka</cp:lastModifiedBy>
  <cp:revision>95</cp:revision>
  <dcterms:created xsi:type="dcterms:W3CDTF">2022-05-20T10:20:00Z</dcterms:created>
  <dcterms:modified xsi:type="dcterms:W3CDTF">2026-09-21T15:00:38Z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932D897661D2482D8613DBE98A28439B_13</vt:lpwstr>
  </property>
  <property fmtid="{D5CDD505-2E9C-101B-9397-08002B2CF9AE}" pid="3" name="KSOProductBuildVer">
    <vt:lpwstr>1033-12.1.0.28485</vt:lpwstr>
  </property>
</Properties>
</file>